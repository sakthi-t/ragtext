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7D059B-DAA9-43DF-9A55-8EF3C8CF5E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5EED20-06DD-4BCB-A523-D1303AD4AE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40684DB-7C7E-4B7E-AB18-03A854BAAE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637D3F5-A25B-47CC-AE04-5B38D8CE22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968751B-3524-4808-8543-286E3D5B11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E9EFD6E-5D9D-4400-81DA-A3DDDE17D8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E7E251A-6966-4982-A527-82B4503A15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89B2D9D-08A5-45CD-8326-014B9F38DE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A3A9852-AE15-4F85-A1EC-24F0004733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8D34B07-7CBF-450D-A783-5DD4A56EA9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23C1CA0-4C72-4744-9C3C-4AB0548E77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6AFC3B-6778-4F2C-AF55-DB674F37B8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B70A3E-4B8C-4AC4-80C5-AFB43E3B08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88BAD0-F782-4DBF-9901-5B06B3791E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4EC445-3D9E-44E5-80D2-6D0AB2C567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8CA342-74F6-482E-932F-3480E68B5D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F39D73-A47F-40E7-B574-4E6DFDB671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AC04E2-FD1B-4241-8BCC-70C258F8BA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C68964-0395-4566-ADBA-57D7D1B4DC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B3113D-85A6-47D5-93C1-00AFA1B39F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673140-2920-4A1D-9DD7-6D8EFBFAA89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574099-FB40-41BB-AB35-67EFF6E3C1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RAG Threads Application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Flask + Neon + Chroma Cloud + Backblaze B2 + OpenAI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Agenda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Problem &amp; goal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Architecture overview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Core components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 flow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Storage &amp; vector search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Chat + RAG pipeline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Admin &amp; security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Evaluation metrics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Testing &amp; learnings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Goal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Multi-tenant RAG app for PDF Q&amp;A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Global and user-private documents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 general chat without a document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Admin management and audit logs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Tech Stack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Backend: Flask + SQLAlchemy + Alembic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DB: Neon Postgres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Vector DB: Chroma Cloud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Storage: Backblaze B2 (S3 compatible)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LLM: OpenAI (gpt-4o)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Frontend: Server-rendered templates + JS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Configuration Highlights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MAX_UPLOAD_MB = 100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CHUNK_SIZE = 1000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CHUNK_OVERLAP = 200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TOP_K_CHUNKS = 5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MAX_COMPLETION_TOKENS = 4000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RAG_TEMPERATURE = 0.7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Project Structure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app/models: ORM models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app/routes: API + views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app/services: auth, storage, RAG, evaluation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app/templates + static: UI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migrations: Alembic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tests: unit &amp; integration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app/models Summary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user.py: accounts + roles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document.py: PDF metadata + scope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thread.py: conversation metadata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message.py: user/assistant content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message_evaluation.py: LLM-judge scores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ingestion_job.py: processing queue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activity_log.py: audit trail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app/routes Summary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auth.py: register/login/OAuth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documents.py: upload/presign/confirm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threads.py: CRUD threads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chat.py: RAG responses + metrics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admin.py: admin-only management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views.py: HTML pages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app/services Summary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auth_service: sessions + guards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storage_service: B2 presigned URLs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vector_service: Chroma search/upsert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rag_service: retrieval + prompt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ingestion_service: PDF processing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evaluation_service: LLM judge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Key Models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users, documents, threads, messages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ingestion_jobs for async processing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activity_logs for audit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message_evaluations for LLM-judge metrics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Upload Flow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Client requests presigned URL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Direct upload to B2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Confirm upload creates document + ingestion job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Worker extracts text, chunks, embeds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Ingestion Worker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Poll queued ingestion jobs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Download PDF from B2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Extract text per page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Chunk with overlap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Embed with OpenAI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Upsert to Chroma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Update job status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Ingestion &amp; Chunking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Download PDF from B2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Extract per-page text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Chunk with overlap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Generate embeddings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Upsert into Chroma with metadata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Chroma Cloud Usage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Single collection for vectors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Metadata filters: document_id, scope, owner_user_id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Search returns top-k chunks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Backblaze B2 Usage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Store original PDFs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Store extracted images (optional)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Presigned upload/download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Delete by prefix for cleanup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RAG Chat Pipeline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Retrieve top-k chunks from Chroma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Assemble prompt with excerpts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Call OpenAI for answer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Store response + citations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Prompting &amp; Temperature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System prompt enforces grounded answers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RAG_TEMPERATURE = 0.7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Max completion tokens = 4000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Message history included for context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End-to-End Flow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Rounded Rectangle 2"/>
          <p:cNvSpPr/>
          <p:nvPr/>
        </p:nvSpPr>
        <p:spPr>
          <a:xfrm>
            <a:off x="457200" y="1463040"/>
            <a:ext cx="2011320" cy="822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Upload PDF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ounded Rectangle 3"/>
          <p:cNvSpPr/>
          <p:nvPr/>
        </p:nvSpPr>
        <p:spPr>
          <a:xfrm>
            <a:off x="2651760" y="1463040"/>
            <a:ext cx="2011320" cy="822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Presign + B2 Upload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ounded Rectangle 4"/>
          <p:cNvSpPr/>
          <p:nvPr/>
        </p:nvSpPr>
        <p:spPr>
          <a:xfrm>
            <a:off x="4846320" y="1463040"/>
            <a:ext cx="2011320" cy="822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Confirm + DB Row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5"/>
          <p:cNvSpPr/>
          <p:nvPr/>
        </p:nvSpPr>
        <p:spPr>
          <a:xfrm>
            <a:off x="7040880" y="1463040"/>
            <a:ext cx="2011320" cy="822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Ingest + Chunk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6"/>
          <p:cNvSpPr/>
          <p:nvPr/>
        </p:nvSpPr>
        <p:spPr>
          <a:xfrm>
            <a:off x="457200" y="2743200"/>
            <a:ext cx="2011320" cy="822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Chroma Upsert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ounded Rectangle 7"/>
          <p:cNvSpPr/>
          <p:nvPr/>
        </p:nvSpPr>
        <p:spPr>
          <a:xfrm>
            <a:off x="2651760" y="2743200"/>
            <a:ext cx="2011320" cy="822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Chat + Retrieve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ounded Rectangle 8"/>
          <p:cNvSpPr/>
          <p:nvPr/>
        </p:nvSpPr>
        <p:spPr>
          <a:xfrm>
            <a:off x="4846320" y="2743200"/>
            <a:ext cx="2011320" cy="822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LLM Answer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ounded Rectangle 9"/>
          <p:cNvSpPr/>
          <p:nvPr/>
        </p:nvSpPr>
        <p:spPr>
          <a:xfrm>
            <a:off x="7040880" y="2743200"/>
            <a:ext cx="2011320" cy="822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LLM Judge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Authorization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login_required, admin_required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owns_document, owns_thread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Admin-only management endpoints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Admin Panel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User management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Document management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Activity log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Re-ingest / delete chunks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Deletion Semantics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Soft-delete records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Delete vectors by document_id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Delete B2 objects by prefix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Cascade on user deletion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Evaluation (LLM Judge)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Faithfulness (0–1)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Citation precision (0–1)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Groundedness (0–1)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Scores stored per message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Evaluation Workflow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Extract citations from answer text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Judge compares answer to excerpts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Heuristics penalize missing citations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Scores shown to users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Evaluation UX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Metrics panel shows scores (0–100)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Heuristics penalize missing citations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Off-topic answers drop scores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Testing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Pytest unit tests for models/auth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Integration tests for access rules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Evaluation persistence test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Security Considerations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Role-based access control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Scope filtering in vector search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 cross-tenant data leakage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Deletion Flow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Soft-delete records in Postgres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Delete vectors by document_id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Delete B2 objects by prefix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Admin cascade delete users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Performance Notes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Batch upserts to Chroma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Streaming chat for UX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Background ingestion worker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Key Points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Why presigned uploads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How metadata filters enforce access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LLM judge for quality signals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Operational tradeoffs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Future Improvements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Better citation extraction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Asynchronous judge jobs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More evaluation metrics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Team/tenant support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Thank You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Questions?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Demo ready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LibreOffice/24.2.1.2$Windows_X86_64 LibreOffice_project/db4def46b0453cc22e2d0305797cf981b68ef5ac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2026-01-30T20:23:50Z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